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7" r:id="rId2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1FF"/>
    <a:srgbClr val="000099"/>
    <a:srgbClr val="0000CC"/>
    <a:srgbClr val="3333FF"/>
    <a:srgbClr val="172949"/>
    <a:srgbClr val="264378"/>
    <a:srgbClr val="3B6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6" autoAdjust="0"/>
    <p:restoredTop sz="94660"/>
  </p:normalViewPr>
  <p:slideViewPr>
    <p:cSldViewPr snapToGrid="0">
      <p:cViewPr>
        <p:scale>
          <a:sx n="100" d="100"/>
          <a:sy n="100" d="100"/>
        </p:scale>
        <p:origin x="384" y="-3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9656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7585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866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4943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037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1118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6189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1113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5317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0577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7738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0B5C7-669C-4DE2-A6FA-453E6B21B257}" type="datetimeFigureOut">
              <a:rPr lang="es-MX" smtClean="0"/>
              <a:t>05/06/2026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113C4-BA80-48A2-8D7E-DB6BEE964EC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159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boyas-cisese.mx/" TargetMode="External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50F29-FCF9-AEB7-0C1C-89C0F651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Forma libre: forma 1063">
            <a:extLst>
              <a:ext uri="{FF2B5EF4-FFF2-40B4-BE49-F238E27FC236}">
                <a16:creationId xmlns:a16="http://schemas.microsoft.com/office/drawing/2014/main" id="{FD6790BB-F461-6648-1891-C87946B946F0}"/>
              </a:ext>
            </a:extLst>
          </p:cNvPr>
          <p:cNvSpPr/>
          <p:nvPr/>
        </p:nvSpPr>
        <p:spPr>
          <a:xfrm>
            <a:off x="5480328" y="2151793"/>
            <a:ext cx="2759178" cy="135162"/>
          </a:xfrm>
          <a:custGeom>
            <a:avLst/>
            <a:gdLst>
              <a:gd name="connsiteX0" fmla="*/ 0 w 4108862"/>
              <a:gd name="connsiteY0" fmla="*/ 225850 h 297173"/>
              <a:gd name="connsiteX1" fmla="*/ 605641 w 4108862"/>
              <a:gd name="connsiteY1" fmla="*/ 219 h 297173"/>
              <a:gd name="connsiteX2" fmla="*/ 1365662 w 4108862"/>
              <a:gd name="connsiteY2" fmla="*/ 261476 h 297173"/>
              <a:gd name="connsiteX3" fmla="*/ 2030680 w 4108862"/>
              <a:gd name="connsiteY3" fmla="*/ 71471 h 297173"/>
              <a:gd name="connsiteX4" fmla="*/ 2339439 w 4108862"/>
              <a:gd name="connsiteY4" fmla="*/ 71471 h 297173"/>
              <a:gd name="connsiteX5" fmla="*/ 2956956 w 4108862"/>
              <a:gd name="connsiteY5" fmla="*/ 297102 h 297173"/>
              <a:gd name="connsiteX6" fmla="*/ 3455719 w 4108862"/>
              <a:gd name="connsiteY6" fmla="*/ 95222 h 297173"/>
              <a:gd name="connsiteX7" fmla="*/ 3728852 w 4108862"/>
              <a:gd name="connsiteY7" fmla="*/ 35845 h 297173"/>
              <a:gd name="connsiteX8" fmla="*/ 4108862 w 4108862"/>
              <a:gd name="connsiteY8" fmla="*/ 237726 h 297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08862" h="297173">
                <a:moveTo>
                  <a:pt x="0" y="225850"/>
                </a:moveTo>
                <a:cubicBezTo>
                  <a:pt x="189015" y="110065"/>
                  <a:pt x="378031" y="-5719"/>
                  <a:pt x="605641" y="219"/>
                </a:cubicBezTo>
                <a:cubicBezTo>
                  <a:pt x="833251" y="6157"/>
                  <a:pt x="1128156" y="249601"/>
                  <a:pt x="1365662" y="261476"/>
                </a:cubicBezTo>
                <a:cubicBezTo>
                  <a:pt x="1603168" y="273351"/>
                  <a:pt x="1868384" y="103138"/>
                  <a:pt x="2030680" y="71471"/>
                </a:cubicBezTo>
                <a:cubicBezTo>
                  <a:pt x="2192976" y="39804"/>
                  <a:pt x="2185060" y="33866"/>
                  <a:pt x="2339439" y="71471"/>
                </a:cubicBezTo>
                <a:cubicBezTo>
                  <a:pt x="2493818" y="109076"/>
                  <a:pt x="2770909" y="293144"/>
                  <a:pt x="2956956" y="297102"/>
                </a:cubicBezTo>
                <a:cubicBezTo>
                  <a:pt x="3143003" y="301061"/>
                  <a:pt x="3327070" y="138765"/>
                  <a:pt x="3455719" y="95222"/>
                </a:cubicBezTo>
                <a:cubicBezTo>
                  <a:pt x="3584368" y="51679"/>
                  <a:pt x="3619995" y="12094"/>
                  <a:pt x="3728852" y="35845"/>
                </a:cubicBezTo>
                <a:cubicBezTo>
                  <a:pt x="3837709" y="59596"/>
                  <a:pt x="3973285" y="148661"/>
                  <a:pt x="4108862" y="237726"/>
                </a:cubicBezTo>
              </a:path>
            </a:pathLst>
          </a:custGeom>
          <a:noFill/>
          <a:ln w="19050"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35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2CB758A-135F-B1CE-422A-51EB5182F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26" b="89974" l="9946" r="89987">
                        <a14:foregroundMark x1="72177" y1="15424" x2="60013" y2="9426"/>
                        <a14:foregroundMark x1="60013" y1="9426" x2="53495" y2="19280"/>
                        <a14:foregroundMark x1="53495" y1="19280" x2="53427" y2="22622"/>
                        <a14:foregroundMark x1="51478" y1="22022" x2="52151" y2="18852"/>
                        <a14:foregroundMark x1="51277" y1="18852" x2="53965" y2="188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989" r="11939"/>
          <a:stretch>
            <a:fillRect/>
          </a:stretch>
        </p:blipFill>
        <p:spPr>
          <a:xfrm>
            <a:off x="4395680" y="1554455"/>
            <a:ext cx="3840481" cy="4121967"/>
          </a:xfrm>
          <a:prstGeom prst="rect">
            <a:avLst/>
          </a:prstGeom>
        </p:spPr>
      </p:pic>
      <p:pic>
        <p:nvPicPr>
          <p:cNvPr id="11" name="Imagen 10" descr="Tabla&#10;&#10;El contenido generado por IA puede ser incorrecto.">
            <a:extLst>
              <a:ext uri="{FF2B5EF4-FFF2-40B4-BE49-F238E27FC236}">
                <a16:creationId xmlns:a16="http://schemas.microsoft.com/office/drawing/2014/main" id="{30DD14ED-8EFC-70C2-9EBD-9965743E1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052" y="3341229"/>
            <a:ext cx="3104507" cy="2729672"/>
          </a:xfrm>
          <a:prstGeom prst="rect">
            <a:avLst/>
          </a:prstGeom>
        </p:spPr>
      </p:pic>
      <p:pic>
        <p:nvPicPr>
          <p:cNvPr id="8" name="Imagen 7" descr="Carta&#10;&#10;El contenido generado por IA puede ser incorrecto.">
            <a:extLst>
              <a:ext uri="{FF2B5EF4-FFF2-40B4-BE49-F238E27FC236}">
                <a16:creationId xmlns:a16="http://schemas.microsoft.com/office/drawing/2014/main" id="{8DD2117B-6776-441B-3666-6C4E5AA10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1303" t="1935" r="909" b="7704"/>
          <a:stretch>
            <a:fillRect/>
          </a:stretch>
        </p:blipFill>
        <p:spPr>
          <a:xfrm>
            <a:off x="586995" y="977989"/>
            <a:ext cx="3076955" cy="2096137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691826-1B31-D9F3-A76B-AEDD820C2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134101"/>
            <a:ext cx="9123680" cy="723899"/>
          </a:xfrm>
        </p:spPr>
        <p:txBody>
          <a:bodyPr/>
          <a:lstStyle/>
          <a:p>
            <a:pPr algn="l"/>
            <a:r>
              <a:rPr lang="es-MX" sz="1050" dirty="0">
                <a:latin typeface="Arial Narrow" panose="020B0606020202030204" pitchFamily="34" charset="0"/>
              </a:rPr>
              <a:t>Calle Chechen No 77				                                       ALL SOLUTION DE MÉXICO			     	        Carretera Ensenada-Tijuana No 3918</a:t>
            </a:r>
          </a:p>
          <a:p>
            <a:pPr algn="l"/>
            <a:r>
              <a:rPr lang="es-MX" sz="1050" dirty="0">
                <a:latin typeface="Arial Narrow" panose="020B0606020202030204" pitchFamily="34" charset="0"/>
              </a:rPr>
              <a:t>Colonia 23 de Julio, Ciudad del Carmen	CENTRO DE INVESTIGACIÓN CIENTIFICA Y DE EDUCACIÓN SUPERIOR DE ENSENADA	        Zona Playitas, Ensenada, </a:t>
            </a:r>
          </a:p>
          <a:p>
            <a:pPr algn="l"/>
            <a:r>
              <a:rPr lang="es-MX" sz="1050" dirty="0">
                <a:latin typeface="Arial Narrow" panose="020B0606020202030204" pitchFamily="34" charset="0"/>
              </a:rPr>
              <a:t>Campeche C. P. 24155						         </a:t>
            </a:r>
            <a:r>
              <a:rPr lang="es-MX" sz="1050" dirty="0">
                <a:solidFill>
                  <a:srgbClr val="0000FF"/>
                </a:solidFill>
                <a:latin typeface="Arial Narrow" panose="020B0606020202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https://boyas.asm-cisese.mx</a:t>
            </a:r>
            <a:r>
              <a:rPr lang="es-MX" sz="1050" dirty="0">
                <a:latin typeface="Arial Narrow" panose="020B0606020202030204" pitchFamily="34" charset="0"/>
              </a:rPr>
              <a:t>				        Baja California, C. P. 22860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9083829-DA6C-F601-E06D-ABD6E1F7CC9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5250" y="6229671"/>
            <a:ext cx="8892000" cy="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/>
          </a:ln>
        </p:spPr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AAC093BA-8D8A-A128-6D01-3317DF3779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7923730" y="70635"/>
            <a:ext cx="1091448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84777634-18A4-3081-F6A3-F19FCF8FF68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039225" cy="723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 dirty="0">
                <a:latin typeface="Arial Narrow" panose="020B0606020202030204" pitchFamily="34" charset="0"/>
              </a:rPr>
              <a:t>Servicio de Medición y Análisis Metoceánicos del Golfo de México</a:t>
            </a:r>
            <a:endParaRPr lang="es-MX" sz="1400" dirty="0">
              <a:latin typeface="Arial Narrow" panose="020B0606020202030204" pitchFamily="34" charset="0"/>
            </a:endParaRPr>
          </a:p>
          <a:p>
            <a:r>
              <a:rPr lang="es-MX" sz="1400" b="1" dirty="0">
                <a:latin typeface="Arial Narrow" panose="020B0606020202030204" pitchFamily="34" charset="0"/>
              </a:rPr>
              <a:t>Contrato número 658225821</a:t>
            </a:r>
            <a:endParaRPr lang="es-MX" sz="1050" dirty="0">
              <a:latin typeface="Arial Narrow" panose="020B060602020203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1D51EA4-0AFD-0E3A-FF79-AF4476B771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139165" y="70635"/>
            <a:ext cx="923534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E97459F-5C3D-B59E-BBA4-322999C267CE}"/>
              </a:ext>
            </a:extLst>
          </p:cNvPr>
          <p:cNvCxnSpPr>
            <a:cxnSpLocks/>
          </p:cNvCxnSpPr>
          <p:nvPr/>
        </p:nvCxnSpPr>
        <p:spPr>
          <a:xfrm>
            <a:off x="84455" y="665219"/>
            <a:ext cx="8892000" cy="9525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3208B61-D587-36BF-A799-FC0D9288F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75425"/>
              </p:ext>
            </p:extLst>
          </p:nvPr>
        </p:nvGraphicFramePr>
        <p:xfrm>
          <a:off x="588052" y="1058261"/>
          <a:ext cx="2958283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0905">
                  <a:extLst>
                    <a:ext uri="{9D8B030D-6E8A-4147-A177-3AD203B41FA5}">
                      <a16:colId xmlns:a16="http://schemas.microsoft.com/office/drawing/2014/main" val="3736007865"/>
                    </a:ext>
                  </a:extLst>
                </a:gridCol>
                <a:gridCol w="1839098">
                  <a:extLst>
                    <a:ext uri="{9D8B030D-6E8A-4147-A177-3AD203B41FA5}">
                      <a16:colId xmlns:a16="http://schemas.microsoft.com/office/drawing/2014/main" val="6171683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7687819"/>
                    </a:ext>
                  </a:extLst>
                </a:gridCol>
              </a:tblGrid>
              <a:tr h="266126">
                <a:tc gridSpan="3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s-MX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Despliegue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385785"/>
                  </a:ext>
                </a:extLst>
              </a:tr>
              <a:tr h="2661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r>
                        <a:rPr lang="es-MX" sz="12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Boya: </a:t>
                      </a:r>
                      <a:endParaRPr lang="es-MX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sonda</a:t>
                      </a:r>
                      <a:endParaRPr lang="es-MX" sz="1200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365015"/>
                  </a:ext>
                </a:extLst>
              </a:tr>
              <a:tr h="2661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r>
                        <a:rPr lang="es-MX" sz="120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Campaña:</a:t>
                      </a:r>
                    </a:p>
                  </a:txBody>
                  <a:tcPr marT="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r>
                        <a:rPr lang="es-MX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camp</a:t>
                      </a:r>
                      <a:endParaRPr lang="es-MX" sz="1200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endParaRPr lang="es-MX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551104"/>
                  </a:ext>
                </a:extLst>
              </a:tr>
              <a:tr h="2661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r>
                        <a:rPr lang="es-MX" sz="120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Latitud: </a:t>
                      </a:r>
                    </a:p>
                  </a:txBody>
                  <a:tcPr marT="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00"/>
                        </a:lnSpc>
                        <a:spcBef>
                          <a:spcPts val="0"/>
                        </a:spcBef>
                      </a:pPr>
                      <a:r>
                        <a:rPr lang="es-MX" sz="1400" b="0" kern="1200" dirty="0">
                          <a:solidFill>
                            <a:srgbClr val="000099"/>
                          </a:solidFill>
                          <a:latin typeface="LT Colored Pencil" panose="02000500000000000000" pitchFamily="2" charset="0"/>
                          <a:ea typeface="+mn-ea"/>
                          <a:cs typeface="+mn-cs"/>
                        </a:rPr>
                        <a:t>  latitud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endParaRPr lang="es-MX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7717549"/>
                  </a:ext>
                </a:extLst>
              </a:tr>
              <a:tr h="2661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r>
                        <a:rPr lang="es-MX" sz="120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Longitud: </a:t>
                      </a:r>
                    </a:p>
                  </a:txBody>
                  <a:tcPr marT="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00"/>
                        </a:lnSpc>
                        <a:spcBef>
                          <a:spcPts val="0"/>
                        </a:spcBef>
                      </a:pPr>
                      <a:r>
                        <a:rPr lang="es-MX" sz="1400" b="0" kern="1200" dirty="0">
                          <a:solidFill>
                            <a:srgbClr val="000099"/>
                          </a:solidFill>
                          <a:latin typeface="LT Colored Pencil" panose="02000500000000000000" pitchFamily="2" charset="0"/>
                          <a:ea typeface="+mn-ea"/>
                          <a:cs typeface="+mn-cs"/>
                        </a:rPr>
                        <a:t>  longitud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endParaRPr lang="es-MX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490294"/>
                  </a:ext>
                </a:extLst>
              </a:tr>
              <a:tr h="2661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r>
                        <a:rPr lang="es-MX" sz="120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Fecha:</a:t>
                      </a:r>
                    </a:p>
                  </a:txBody>
                  <a:tcPr marT="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00"/>
                        </a:lnSpc>
                        <a:spcBef>
                          <a:spcPts val="0"/>
                        </a:spcBef>
                      </a:pPr>
                      <a:r>
                        <a:rPr lang="es-MX" sz="1300" b="0" kern="1200" dirty="0">
                          <a:solidFill>
                            <a:srgbClr val="000099"/>
                          </a:solidFill>
                          <a:latin typeface="LT Colored Pencil" panose="02000500000000000000" pitchFamily="2" charset="0"/>
                          <a:ea typeface="+mn-ea"/>
                          <a:cs typeface="+mn-cs"/>
                        </a:rPr>
                        <a:t>  fecha</a:t>
                      </a:r>
                    </a:p>
                  </a:txBody>
                  <a:tcPr marL="0" marR="0" marT="720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endParaRPr lang="es-MX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1387755"/>
                  </a:ext>
                </a:extLst>
              </a:tr>
              <a:tr h="2661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r>
                        <a:rPr lang="es-MX" sz="120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Hora:</a:t>
                      </a:r>
                    </a:p>
                  </a:txBody>
                  <a:tcPr marT="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00"/>
                        </a:lnSpc>
                        <a:spcBef>
                          <a:spcPts val="0"/>
                        </a:spcBef>
                      </a:pPr>
                      <a:r>
                        <a:rPr lang="es-MX" sz="1300" b="0" kern="1200" dirty="0">
                          <a:solidFill>
                            <a:srgbClr val="000099"/>
                          </a:solidFill>
                          <a:latin typeface="LT Colored Pencil" panose="02000500000000000000" pitchFamily="2" charset="0"/>
                          <a:ea typeface="+mn-ea"/>
                          <a:cs typeface="+mn-cs"/>
                        </a:rPr>
                        <a:t>     hora</a:t>
                      </a:r>
                    </a:p>
                  </a:txBody>
                  <a:tcPr marL="0" marR="0" marT="720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</a:pPr>
                      <a:endParaRPr lang="es-MX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8520601"/>
                  </a:ext>
                </a:extLst>
              </a:tr>
            </a:tbl>
          </a:graphicData>
        </a:graphic>
      </p:graphicFrame>
      <p:sp>
        <p:nvSpPr>
          <p:cNvPr id="141" name="Cuadro de texto 2">
            <a:extLst>
              <a:ext uri="{FF2B5EF4-FFF2-40B4-BE49-F238E27FC236}">
                <a16:creationId xmlns:a16="http://schemas.microsoft.com/office/drawing/2014/main" id="{70F45FA4-58D0-07AF-6EE0-C1737FBD028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608877" y="1425430"/>
            <a:ext cx="1486109" cy="25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8580" tIns="34290" rIns="68580" bIns="3429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es-MX" sz="1000" kern="100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GPS</a:t>
            </a:r>
            <a:endParaRPr lang="es-MX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4" name="Cuadro de texto 2">
            <a:extLst>
              <a:ext uri="{FF2B5EF4-FFF2-40B4-BE49-F238E27FC236}">
                <a16:creationId xmlns:a16="http://schemas.microsoft.com/office/drawing/2014/main" id="{9F7CBB6B-8AF9-B4BE-D335-EABC12177C9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36198" y="4777716"/>
            <a:ext cx="1267685" cy="26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8580" tIns="34290" rIns="68580" bIns="3429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es-MX" sz="1000" kern="100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Draga de arrastre subsuperficial</a:t>
            </a:r>
            <a:endParaRPr lang="es-MX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 de texto 2">
            <a:extLst>
              <a:ext uri="{FF2B5EF4-FFF2-40B4-BE49-F238E27FC236}">
                <a16:creationId xmlns:a16="http://schemas.microsoft.com/office/drawing/2014/main" id="{61FF23E0-6C1A-E42B-5C2C-8B24FCBF36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68513" y="2376060"/>
            <a:ext cx="1267685" cy="26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8580" tIns="34290" rIns="68580" bIns="3429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es-MX" sz="1000" kern="100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Paneles solares</a:t>
            </a:r>
            <a:endParaRPr lang="es-MX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4510A97-4EDD-E18B-CD96-161D72CF985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057514" y="2467669"/>
            <a:ext cx="528150" cy="72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BC9F936F-9C01-3B58-F8E6-16C632F930AA}"/>
              </a:ext>
            </a:extLst>
          </p:cNvPr>
          <p:cNvCxnSpPr/>
          <p:nvPr/>
        </p:nvCxnSpPr>
        <p:spPr>
          <a:xfrm>
            <a:off x="6057514" y="1804776"/>
            <a:ext cx="477713" cy="1292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uadro de texto 2">
            <a:extLst>
              <a:ext uri="{FF2B5EF4-FFF2-40B4-BE49-F238E27FC236}">
                <a16:creationId xmlns:a16="http://schemas.microsoft.com/office/drawing/2014/main" id="{98A70A91-C1EC-3177-30CC-0A59366F694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53315" y="1641248"/>
            <a:ext cx="1486109" cy="25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8580" tIns="34290" rIns="68580" bIns="3429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s-MX" sz="1000" kern="100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Cúpula  </a:t>
            </a:r>
            <a:endParaRPr lang="es-MX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24A5D1A-A1A1-7659-94C4-E0B4B0022928}"/>
              </a:ext>
            </a:extLst>
          </p:cNvPr>
          <p:cNvCxnSpPr>
            <a:cxnSpLocks/>
            <a:stCxn id="141" idx="2"/>
          </p:cNvCxnSpPr>
          <p:nvPr/>
        </p:nvCxnSpPr>
        <p:spPr>
          <a:xfrm flipH="1">
            <a:off x="6762312" y="1678856"/>
            <a:ext cx="589620" cy="3875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CB68586-2242-72D1-0391-7D33F5A143AA}"/>
              </a:ext>
            </a:extLst>
          </p:cNvPr>
          <p:cNvCxnSpPr>
            <a:cxnSpLocks/>
          </p:cNvCxnSpPr>
          <p:nvPr/>
        </p:nvCxnSpPr>
        <p:spPr>
          <a:xfrm flipH="1">
            <a:off x="7283423" y="1950306"/>
            <a:ext cx="460801" cy="2014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7CCE84C7-CAE6-10F7-A706-E182421E7C61}"/>
              </a:ext>
            </a:extLst>
          </p:cNvPr>
          <p:cNvCxnSpPr>
            <a:cxnSpLocks/>
          </p:cNvCxnSpPr>
          <p:nvPr/>
        </p:nvCxnSpPr>
        <p:spPr>
          <a:xfrm flipH="1" flipV="1">
            <a:off x="5893790" y="4621170"/>
            <a:ext cx="715087" cy="1445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 de texto 2">
            <a:extLst>
              <a:ext uri="{FF2B5EF4-FFF2-40B4-BE49-F238E27FC236}">
                <a16:creationId xmlns:a16="http://schemas.microsoft.com/office/drawing/2014/main" id="{79D62B05-9E89-1EE3-4FD7-3A39D1050A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258653" y="1763205"/>
            <a:ext cx="1486109" cy="25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8580" tIns="34290" rIns="68580" bIns="3429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es-MX" sz="1000" kern="100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Antena Satelital</a:t>
            </a:r>
            <a:endParaRPr lang="es-MX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48E3AEA-71CF-FEE0-89B0-388E595EF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92919"/>
              </p:ext>
            </p:extLst>
          </p:nvPr>
        </p:nvGraphicFramePr>
        <p:xfrm>
          <a:off x="732606" y="3429000"/>
          <a:ext cx="2959953" cy="2208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26152842"/>
                    </a:ext>
                  </a:extLst>
                </a:gridCol>
                <a:gridCol w="2543393">
                  <a:extLst>
                    <a:ext uri="{9D8B030D-6E8A-4147-A177-3AD203B41FA5}">
                      <a16:colId xmlns:a16="http://schemas.microsoft.com/office/drawing/2014/main" val="6597003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4481819"/>
                    </a:ext>
                  </a:extLst>
                </a:gridCol>
              </a:tblGrid>
              <a:tr h="266125">
                <a:tc rowSpan="2">
                  <a:txBody>
                    <a:bodyPr/>
                    <a:lstStyle/>
                    <a:p>
                      <a:endParaRPr lang="es-MX" sz="1600" b="0" dirty="0">
                        <a:solidFill>
                          <a:srgbClr val="000099"/>
                        </a:solidFill>
                        <a:latin typeface="LT Colored Pencil" panose="02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1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s-MX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2797845"/>
                  </a:ext>
                </a:extLst>
              </a:tr>
              <a:tr h="266125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kern="1200" dirty="0">
                        <a:solidFill>
                          <a:srgbClr val="000099"/>
                        </a:solidFill>
                        <a:latin typeface="LT Colored Pencil" panose="02000500000000000000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507046"/>
                  </a:ext>
                </a:extLst>
              </a:tr>
              <a:tr h="266125">
                <a:tc>
                  <a:txBody>
                    <a:bodyPr/>
                    <a:lstStyle/>
                    <a:p>
                      <a:endParaRPr lang="es-MX" sz="1600" b="0" dirty="0">
                        <a:solidFill>
                          <a:srgbClr val="000099"/>
                        </a:solidFill>
                        <a:latin typeface="LT Colored Pencil" panose="02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0" kern="1200" dirty="0">
                          <a:solidFill>
                            <a:srgbClr val="000099"/>
                          </a:solidFill>
                          <a:latin typeface="LT Colored Pencil" panose="02000500000000000000" pitchFamily="2" charset="0"/>
                          <a:ea typeface="+mn-ea"/>
                          <a:cs typeface="+mn-cs"/>
                        </a:rPr>
                        <a:t>  msj_L1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1334744"/>
                  </a:ext>
                </a:extLst>
              </a:tr>
              <a:tr h="266125">
                <a:tc>
                  <a:txBody>
                    <a:bodyPr/>
                    <a:lstStyle/>
                    <a:p>
                      <a:endParaRPr lang="es-MX" sz="1600" b="0" dirty="0">
                        <a:solidFill>
                          <a:srgbClr val="000099"/>
                        </a:solidFill>
                        <a:latin typeface="LT Colored Pencil" panose="02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0" kern="1200" dirty="0">
                          <a:solidFill>
                            <a:srgbClr val="000099"/>
                          </a:solidFill>
                          <a:latin typeface="LT Colored Pencil" panose="02000500000000000000" pitchFamily="2" charset="0"/>
                          <a:ea typeface="+mn-ea"/>
                          <a:cs typeface="+mn-cs"/>
                        </a:rPr>
                        <a:t> msj_L2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849682"/>
                  </a:ext>
                </a:extLst>
              </a:tr>
              <a:tr h="266125">
                <a:tc>
                  <a:txBody>
                    <a:bodyPr/>
                    <a:lstStyle/>
                    <a:p>
                      <a:endParaRPr lang="es-MX" sz="1600" b="0" dirty="0">
                        <a:solidFill>
                          <a:srgbClr val="000099"/>
                        </a:solidFill>
                        <a:latin typeface="LT Colored Pencil" panose="02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0" kern="1200" dirty="0">
                          <a:solidFill>
                            <a:srgbClr val="000099"/>
                          </a:solidFill>
                          <a:latin typeface="LT Colored Pencil" panose="02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4896465"/>
                  </a:ext>
                </a:extLst>
              </a:tr>
              <a:tr h="281588">
                <a:tc>
                  <a:txBody>
                    <a:bodyPr/>
                    <a:lstStyle/>
                    <a:p>
                      <a:endParaRPr lang="es-MX" sz="1600" b="0" dirty="0">
                        <a:solidFill>
                          <a:srgbClr val="000099"/>
                        </a:solidFill>
                        <a:latin typeface="LT Colored Pencil" panose="02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sz="1600" b="0" dirty="0">
                        <a:solidFill>
                          <a:srgbClr val="000099"/>
                        </a:solidFill>
                        <a:latin typeface="LT Colored Pencil" panose="02000500000000000000" pitchFamily="2" charset="0"/>
                      </a:endParaRPr>
                    </a:p>
                  </a:txBody>
                  <a:tcPr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sz="13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2476022"/>
                  </a:ext>
                </a:extLst>
              </a:tr>
              <a:tr h="266125">
                <a:tc>
                  <a:txBody>
                    <a:bodyPr/>
                    <a:lstStyle/>
                    <a:p>
                      <a:endParaRPr lang="es-MX" sz="1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7248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9918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6617</TotalTime>
  <Words>137</Words>
  <Application>Microsoft Office PowerPoint</Application>
  <PresentationFormat>Presentación en pantalla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Bahnschrift</vt:lpstr>
      <vt:lpstr>Calibri</vt:lpstr>
      <vt:lpstr>Calibri Light</vt:lpstr>
      <vt:lpstr>LT Colored Pencil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eder andrei hernandez martinez</dc:creator>
  <cp:lastModifiedBy>Metzli Romero</cp:lastModifiedBy>
  <cp:revision>171</cp:revision>
  <cp:lastPrinted>2026-06-01T19:40:54Z</cp:lastPrinted>
  <dcterms:created xsi:type="dcterms:W3CDTF">2024-02-19T20:30:28Z</dcterms:created>
  <dcterms:modified xsi:type="dcterms:W3CDTF">2026-06-05T23:01:37Z</dcterms:modified>
</cp:coreProperties>
</file>